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CAPSTONE  ·  FINAL PRESENTATION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Movie Box-Office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Before Release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Speicher</a:t>
            </a:r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MPS Data Science, UMBC   ·   Summer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UMBC Data Science Capstone — Dr. Chaojie (Jay) Wang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multi-million-dollar bet, made on incomplete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commit tens to hundreds of millions of dollars years before a single ticket is sold.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what decides a film's fate — reviews, word of mouth, competition — only appears after release.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signals are known beforehand: budget, genre, runtime, release timing, language, studio.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 film's financial success from pre-release attributes alone.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402336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468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end-to-end pipeline: data → EDA → models → an interactive app that scores a film's odds of success.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counts as “success”?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128016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=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≥ 2 × Budget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roughly doubles the cost — studios spend ~50–100% of the budget again on advertising.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Theaters keep about half the box-office gross, so studios net only ~50% of reported revenue.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film must gross about twice its budget just to break even.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21040" y="3200400"/>
            <a:ext cx="3246120" cy="228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34290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503920" y="4343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films clear the bar — a balanced target, ideal for classification.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TMDB 5000 Movie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(raw)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after cleaning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6060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1916–2016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movie: budget, revenue, genres, runtime, release date, language, studios.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released films only; require plausible budget (≥ $1,000 — 13 films had impossible $1–$250 budgets) and real revenue; parse JSON fields.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features: ROI, season, release window, genre-timing flags, sequel/franchise flag, major-studio flag.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Movie Database (TMDb), via Kaggle.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target is well balanced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target_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5836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22860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56% of films are successes, 44% are not.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near-even split keeps the model honest and makes accuracy a meaningful metric.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vs. revenue — the break-even line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budget_vs_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20116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break-even (revenue = 2× budget). Green cleared it; red didn't.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budgets earn more in absolute terms — but plenty of expensive films still miss.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matters, but it isn't destiny — which is why this is worth modeling.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varies widely by genre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genre_su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21945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leads (~78%) — cheap to make, high ROI.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and Adventure also outperform; Action is lowest (~50%).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carries real predictive signal.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RELEASE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film opens matters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month_success_volu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1323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21945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peaks in June (~67%) and stays strong over the holidays.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is the worst month (~43%) — and one of the busiest: the classic “dump month.”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RELEASE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release windows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release_wind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1323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21945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(May–Aug) and Holiday (Nov–Dec) windows: ~61% success, above the 56% baseline.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Fall (Sep–Oct) is weakest at ~47%.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how studios actually schedule tentpoles.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GENRE ×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genre in the right window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genre_timing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1323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21031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Action/Adventure in summer: 64% vs 50% the rest of the year (+14 pts).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Family/Animation over the holidays: 68% vs 58% (+10 pts).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clusters in October — its single biggest release month.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approach — pre-release features only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(knowable before release)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(log) and spend intensity (budget per minute)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runtime, language, # studios, release year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month → season &amp; release window + genre-timing flags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sequel/franchise flag, major-studio flag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post-release fields (revenue, ratings, popularity) — no data leakage.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 + 5-fold cross-validation for robustness.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classifiers: Logistic Regression, Random Forest (tuned), Gradient Boosting.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engineered signals stood out:  </a:t>
            </a:r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sequels succeed 68% vs 54%; major-studio films 61% vs 51%.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all models beat the baseline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201168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held-out test: 68% accuracy, 0.715 ROC-AUC (baseline: 56%).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Cross-validated: ~64% accuracy, 0.68 AUC — the tuned Random Forest is most robust.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lifted AUC from 0.66 to 0.71 on the test split.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the predictions</a:t>
            </a:r>
            <a:endParaRPr lang="en-US" sz="2800" dirty="0"/>
          </a:p>
        </p:txBody>
      </p:sp>
      <p:pic>
        <p:nvPicPr>
          <p:cNvPr id="4" name="Image 0" descr="/sessions/optimistic-determined-edison/mnt/outputs/UMBC-DATA606-Capstone/docs/figures/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949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201168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scale dominates: spend intensity, release year, and budget are the top three.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studio count, and the sequel/major-studio flags follow.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(Horror) and the timing features contribute real secondary signal.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success predictor (Streamlit)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hypothetical film's pre-release profile: budget, genre, runtime, release month, language, studio, sequel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trains the most robust model and returns a predicted probability of success.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analysis into a decision-support tool for the greenlight-and-scheduling moment.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480560" cy="393192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24688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franchise tentpole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success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Low-budget October horror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success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Big-budget September drama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success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Takeaways, limitations, and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attributes predict success meaningfully better than chance.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dominates; genre, timing, and franchise/studio signals add real lift.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rule is a proxy — revenue is gross; budget excludes marketing.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ends in 2016 and skews to larger films; ~33% of rows lacked usable financials.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0" y="201168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star power, marketing spend, and competition features.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data + streaming; NLP on plot summaries; ROI-tier prediction.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movie success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cameras roll.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41248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Speicher</a:t>
            </a:r>
            <a:pPr indent="0" marL="0">
              <a:buNone/>
            </a:pPr>
            <a:r>
              <a:rPr lang="en-US" sz="15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github.com/bdspeicher12/UMBC-DATA606-Capstone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4572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Movie Box-Office Success Before Release</dc:title>
  <dc:subject>PptxGenJS Presentation</dc:subject>
  <dc:creator>Bennett Speicher</dc:creator>
  <cp:lastModifiedBy>Bennett Speicher</cp:lastModifiedBy>
  <cp:revision>1</cp:revision>
  <dcterms:created xsi:type="dcterms:W3CDTF">2026-07-27T15:11:45Z</dcterms:created>
  <dcterms:modified xsi:type="dcterms:W3CDTF">2026-07-27T15:11:45Z</dcterms:modified>
</cp:coreProperties>
</file>