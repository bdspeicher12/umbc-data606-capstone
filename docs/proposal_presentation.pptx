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CAPSTONE  ·  PROPOSAL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Movie Box-Office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Before Release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Speicher</a:t>
            </a:r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MPS Data Science, UMBC   ·   Summer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UMBC Data Science Capstone — Dr. Chaojie (Jay) Wang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multi-million-dollar bet, made on incomplete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commit tens to hundreds of millions of dollars to a film years before a single ticket is sold.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drivers of success (reviews, word of mouth, competition) only emerge after release.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meaningful signals are known beforehand: budget, genre, runtime, release timing, language, and the studios involved.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predicts a film's financial success from those pre-release attributes alone.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0" y="1737360"/>
            <a:ext cx="402336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24231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decision-support tool that, given a film's pre-release profile, estimates the probability it will make money.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film's financial success be predicted from pre-release attributes alone?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640080" cy="64008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63347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— budget, genre, runtime, release timing, language — matter most?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758184"/>
            <a:ext cx="640080" cy="64008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371246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release timing (summer / holiday windows) change the odds of success?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837176"/>
            <a:ext cx="640080" cy="64008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37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4791456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models predict success most accurately?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counts as “success”?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937760" cy="137160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C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=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≥ 2 × Budget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2× is the break-even rule of thumb: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roughly doubles the cost — studios spend ~50–100% of the production budget again on advertising.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Theaters keep about half of box-office gross, so the studio nets only ~50% of reported revenue.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film must gross roughly twice its budget just to break even.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3611880"/>
            <a:ext cx="315468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794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595360" y="4709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usable films are successes — a balanced target, ideal for classification.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TMDB 5000 Movie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4,803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(raw)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3,228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after cleaning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1916–2016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movie.  </a:t>
            </a:r>
            <a:pPr indent="0" marL="0">
              <a:buNone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released films with a real budget and revenue (&gt;0), since TMDB stores 0 for “unknown.” JSON fields like genres are parsed into usable features.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Movie Database (TMDb), via Kaggle.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target is well balanced</a:t>
            </a:r>
            <a:endParaRPr lang="en-US" sz="2800" dirty="0"/>
          </a:p>
        </p:txBody>
      </p:sp>
      <p:pic>
        <p:nvPicPr>
          <p:cNvPr id="4" name="Image 0" descr="/sessions/optimistic-determined-edison/mnt/outputs/charts/target_bal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5836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21945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2× rule, ~56% of films are successes and ~44% are not.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near-even split means the model isn’t biased toward one class and metrics like accuracy are meaningful.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vs. revenue — the break-even line</a:t>
            </a:r>
            <a:endParaRPr lang="en-US" sz="2800" dirty="0"/>
          </a:p>
        </p:txBody>
      </p:sp>
      <p:pic>
        <p:nvPicPr>
          <p:cNvPr id="4" name="Image 0" descr="/sessions/optimistic-determined-edison/mnt/outputs/charts/budget_vs_reven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20116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success, red = not. The dashed line is break-even (revenue = 2× budget).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budgets earn more in absolute terms, but plenty of films still fall below the line.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alone is informative but far from deterministic — other features matter.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rate varies by genre</a:t>
            </a:r>
            <a:endParaRPr lang="en-US" sz="2800" dirty="0"/>
          </a:p>
        </p:txBody>
      </p:sp>
      <p:pic>
        <p:nvPicPr>
          <p:cNvPr id="4" name="Image 0" descr="/sessions/optimistic-determined-edison/mnt/outputs/charts/genre_su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21945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primary genres are far more likely to clear the 2× bar than others.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release month, and language all show usable signal — strong candidate predictors.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features (no leakage)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month / year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language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production companies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201168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 split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accuracy, precision/recall, ROC-AUC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38160" y="1600200"/>
            <a:ext cx="3429000" cy="3840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66760" y="22860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Streamlit web app where a user enters a hypothetical film’s pre-release attributes and gets a predicted success probability.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66760" y="4160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revenue is box-office gross and budget excludes marketing, so the target is a grounded proxy for profit — a stated limitation.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movie success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cameras roll.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41248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Speicher</a:t>
            </a:r>
            <a:pPr indent="0" marL="0">
              <a:buNone/>
            </a:pPr>
            <a:r>
              <a:rPr lang="en-US" sz="15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github.com/bdspeicher12/UMBC-DATA606-Capstone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Movie Box-Office Success</dc:title>
  <dc:subject>PptxGenJS Presentation</dc:subject>
  <dc:creator>Bennett Speicher</dc:creator>
  <cp:lastModifiedBy>Bennett Speicher</cp:lastModifiedBy>
  <cp:revision>1</cp:revision>
  <dcterms:created xsi:type="dcterms:W3CDTF">2026-06-12T19:05:38Z</dcterms:created>
  <dcterms:modified xsi:type="dcterms:W3CDTF">2026-06-12T19:05:38Z</dcterms:modified>
</cp:coreProperties>
</file>